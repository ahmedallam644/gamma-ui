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ahmed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hh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 hh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Cataracts are a clouding of the lens in the eye that affects vision, and they are a leading cause of blindness worldwide.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the World Health Organization (WHO), cataracts are responsible for approximately 50% of all blindness cases globally (WHO, 2022).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 is a clear, flexible structure behind the iris and the pupil that changes shape to focus light on the retina.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lens becomes cloudy, it prevents light from passing through, causing vision loss.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Cataracts can occur in one or both eyes, and they can be congenital, meaning present at birth, or acquired, meaning developed later in life (Asbell et al., 2021).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91440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Cataracts are an important public health issue due to their high prevalence and significant impact on vision and quality of life.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affects millions of people worldwide, and its incidence is expected to increase as the population ages (Friedman et al., 2021).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 cataracts can lead to severe visual impairment, disability, and even death.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Moreover, cataracts have a significant economic burden on individuals, families, and societies, particularly in low- and middle-income countries where access to eye care services i…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understanding the causes, symptoms, and treatment options for cataracts is crucial for developing effective strategies to prevent and manage the condition.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91440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objectives of this paper are to: (1) review the current literature on the causes, symptoms, and diagnosis of cataracts; (2) examine the treatment options for cataracts, includi…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will also explore the social and economic impact of cataracts on individuals and communities, and discuss the role of healthcare systems and policies in addressing the co…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Furthermore, the paper will analyze the current state of cataract research and identify potential avenues for future studies (Lloyd et al., 2022).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Framework: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framework for this paper is based on the biomedical model of health and disease, which views cataracts as a pathological condition that can be diagnosed and treated…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91440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and Risk Factors of Cataracts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Cataracts can be caused by a variety of factors, including age, trauma, certain medications, and underlying medical conditions.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Age-related cataracts are the most common type, and they occur when the lens becomes cloudy and rigid with age (Klein et al., 2022).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Traumatic cataracts can occur after an injury to the eye, and they can be caused by a range of factors, including penetrating injuries, blunt trauma, and chemical burns (Sihota et …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medications, such as corticosteroids and certain antidepressants, can also increase the risk of cataracts (Gupta et al., 2023).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91440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Diagnosis, and Treatment of Cataracts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symptoms of cataracts can vary depending on the type and severity of the condition.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symptoms include blurry vision, double vision, and sensitivity to light (Lloyd et al., 2022).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 of cataracts is typically made using a combination of visual acuity tests, slit-lamp examination, and ultrasound biomicroscopy (Gupta et al., 2021).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treatment of cataracts depends on the severity of the condition and the individual's overall health.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91440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and Prevention of Cataracts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management and prevention of cataracts require a comprehensive approach that incorporates medical, surgical, and environmental interventions.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eye exams can help to detect cataracts early, when they are most treatable (Resnikoff et al., 2022).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diet that is rich in fruits, vegetables, and omega-3 fatty acids can also help to reduce the risk of cataracts (Khairallah et al., 2023).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from ultraviolet (UV) radiation, such as by wearing sunglasses, can also help to prevent cataracts (Kruk et al., 2021).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91440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findings of this review, the following recommendations are made: (1) increased awareness and education about cataracts, particularly among high-risk populations; (2) i…</a:t>
            </a:r>
            <a:pPr algn="l">
              <a:spcAft>
                <a:spcPts val="600"/>
              </a:spcAft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recommendations also emphasize the importance of addressing the social and environmental determinants of health, including poverty, lack of access to healthcare services, and e…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Cataracts are a significant public health issue that affects millions of people worldwide.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can be caused by a range of factors, including age, trauma, and underlying medical conditions.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symptoms of cataracts can vary depending on the type and severity of the condition, and the diagnosis is typically made using a combination of visual acuity tests and imaging s…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treatment of cataracts depends on the severity of the condition and the individual's overall health, and it may involve surgical or non-surgical interventions.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management and prevention of cataracts require a comprehensive approach that incorporates medical, surgical, and environmental interventions.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A., Dualan, I., &amp; Mindru, C.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Age-related cataract.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Clinical Ophthalmology, 15(2), 123-130.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and cataract: A review of the evidence.</a:t>
            </a:r>
            <a:pPr algn="l"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Diabetes and Its Complications, 36(1), 107-115.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cataract</dc:subject>
  <dc:creator>ahmed</dc:creator>
  <cp:lastModifiedBy>ahmed</cp:lastModifiedBy>
  <cp:revision>1</cp:revision>
  <dcterms:created xsi:type="dcterms:W3CDTF">2026-05-02T21:05:12Z</dcterms:created>
  <dcterms:modified xsi:type="dcterms:W3CDTF">2026-05-02T21:05:12Z</dcterms:modified>
</cp:coreProperties>
</file>