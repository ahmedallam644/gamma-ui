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ricolage Grotesque Extra Bold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Advancements in Modern Healthcare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Medical University Project — Exploring the frontiers of precision medicine, telehealth, and artificial intelligence in contemporary clinical practice.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4717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Project Overview: Transforming Patient Care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04893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examines the most significant technological and clinical innovations reshaping healthcare delivery. From genomic medicine to AI-assisted diagnostics, we explore how these advances are elevating standards of care, improving patient outcomes, and redefining the roles of medical and nursing professionals in the 21st century.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140"/>
            <a:ext cx="66620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Areas of Innovation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4547"/>
            <a:ext cx="4196358" cy="3302913"/>
          </a:xfrm>
          <a:prstGeom prst="roundRect">
            <a:avLst>
              <a:gd name="adj" fmla="val 2884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Precision Medicine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Tailoring treatments to individual genetic profiles for maximum therapeutic efficacy and minimal side effects.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44547"/>
            <a:ext cx="4196358" cy="3302913"/>
          </a:xfrm>
          <a:prstGeom prst="roundRect">
            <a:avLst>
              <a:gd name="adj" fmla="val 2884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178617"/>
            <a:ext cx="2989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Telehealth Expansion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Enhancing remote patient monitoring and consultation to bridge geographical and systemic barriers to care.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44547"/>
            <a:ext cx="4196358" cy="3302913"/>
          </a:xfrm>
          <a:prstGeom prst="roundRect">
            <a:avLst>
              <a:gd name="adj" fmla="val 2884"/>
            </a:avLst>
          </a:prstGeom>
          <a:solidFill>
            <a:srgbClr val="282D5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EAE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AI in Diagnostics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Improving the accuracy and speed of disease detection through advanced machine learning algorithms.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01504"/>
            <a:ext cx="8724543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Impact of Precision Medicine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260" y="2088237"/>
            <a:ext cx="8360688" cy="5016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1204" y="17642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It Matters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31204" y="2295882"/>
            <a:ext cx="426243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 medicine moves beyond the one-size-fits-all model, matching therapies to a patient's unique biological makeup.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1204" y="3793450"/>
            <a:ext cx="4262438" cy="3764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treatment plans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to significantly higher clinical efficacy across chronic and acute conditions.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Genetic screening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reduces adverse drug reactions before they occur, enhancing patient safety.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Oncology breakthrough: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Targeted therapies have increased cancer treatment success rates by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documented case studies.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889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Bridging Distances: The Rise of Telehealth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4667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Telehealth is revolutionizing the patient-provider relationship — delivering quality care beyond the walls of the clinic and into the homes of patients who need it most.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290536"/>
            <a:ext cx="2367558" cy="2749987"/>
          </a:xfrm>
          <a:prstGeom prst="roundRect">
            <a:avLst>
              <a:gd name="adj" fmla="val 4024"/>
            </a:avLst>
          </a:prstGeom>
          <a:solidFill>
            <a:srgbClr val="282D5E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4517350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Remote Monitoring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5362099"/>
            <a:ext cx="1913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vitals tracking from home devices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88162" y="4290536"/>
            <a:ext cx="2367558" cy="2749987"/>
          </a:xfrm>
          <a:prstGeom prst="roundRect">
            <a:avLst>
              <a:gd name="adj" fmla="val 4024"/>
            </a:avLst>
          </a:prstGeom>
          <a:solidFill>
            <a:srgbClr val="282D5E"/>
          </a:solidFill>
          <a:ln/>
        </p:spPr>
      </p:sp>
      <p:sp>
        <p:nvSpPr>
          <p:cNvPr id="9" name="Text 6"/>
          <p:cNvSpPr/>
          <p:nvPr/>
        </p:nvSpPr>
        <p:spPr>
          <a:xfrm>
            <a:off x="3614976" y="4517350"/>
            <a:ext cx="19139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Virtual Consultations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614976" y="5716429"/>
            <a:ext cx="19139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Reducing unnecessary in-person visits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2533" y="4290536"/>
            <a:ext cx="2367558" cy="2749987"/>
          </a:xfrm>
          <a:prstGeom prst="roundRect">
            <a:avLst>
              <a:gd name="adj" fmla="val 4024"/>
            </a:avLst>
          </a:prstGeom>
          <a:solidFill>
            <a:srgbClr val="282D5E"/>
          </a:solidFill>
          <a:ln/>
        </p:spPr>
      </p:sp>
      <p:sp>
        <p:nvSpPr>
          <p:cNvPr id="12" name="Text 9"/>
          <p:cNvSpPr/>
          <p:nvPr/>
        </p:nvSpPr>
        <p:spPr>
          <a:xfrm>
            <a:off x="6209348" y="4517350"/>
            <a:ext cx="19139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Improved Access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209348" y="5362099"/>
            <a:ext cx="19139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Reaching underserved and rural populations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8957786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Artificial Intelligence in Medical Imaging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088243"/>
            <a:ext cx="355484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Redefining Diagnostic Precision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514606"/>
            <a:ext cx="601539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Artificial intelligence is fundamentally changing how radiologists and clinicians interpret imaging data. By processing thousands of reference scans, AI models detect anomalies with a consistency that complements — and often enhances — human expertise.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715708"/>
            <a:ext cx="6015395" cy="1188363"/>
          </a:xfrm>
          <a:prstGeom prst="roundRect">
            <a:avLst>
              <a:gd name="adj" fmla="val 6388"/>
            </a:avLst>
          </a:prstGeom>
          <a:solidFill>
            <a:srgbClr val="183A13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942" y="4973836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04780"/>
            <a:ext cx="524732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mammography screening demonstrates a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 improvement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early breast cancer detection, translating directly into lives saved.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105"/>
            <a:ext cx="108638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Future of Nursing: Enhanced Roles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4512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79499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2D5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9225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702248"/>
            <a:ext cx="32387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Technology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19266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Nurses at the forefront of implementing electronic health records, remote monitoring tools, and AI-assisted care protocols in clinical settings.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764512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279499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2D5E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29225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70224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Patient Education &amp; Holistic Care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54699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Empowering patients through education, advocating for whole-person wellbeing beyond the immediate diagnosis or treatment episode.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764512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2794992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282D5E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292250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702248"/>
            <a:ext cx="36342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Specialized Nursing Roles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192667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Emerging specializations in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genomics nursing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health coordination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telehealth facilitation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expanding the scope of nursing practice.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Decoding Health: The Power of Genomics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Genomic medicine unlocks the biological blueprint within each patient — enabling clinicians to predict risk, personalize therapy, and pioneer treatments once considered impossible. The convergence of genomics and digital health data is the defining medical frontier of our generation.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5910"/>
            <a:ext cx="9640729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Challenges &amp; Ethical Considerations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06654"/>
            <a:ext cx="303871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Navigating Complexity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56642" y="2350413"/>
            <a:ext cx="6294834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 in healthcare does not come without responsibility. As technology advances, the medical community must proactively address critical ethical and systemic concerns.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6642" y="3933349"/>
            <a:ext cx="6294834" cy="1566624"/>
          </a:xfrm>
          <a:prstGeom prst="roundRect">
            <a:avLst>
              <a:gd name="adj" fmla="val 5796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41" y="4258032"/>
            <a:ext cx="270153" cy="2160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8992" y="4193262"/>
            <a:ext cx="5376386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Ethical oversight must keep pace with technological capability — patient trust depends on it.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6543" y="1832491"/>
            <a:ext cx="6294834" cy="1712476"/>
          </a:xfrm>
          <a:prstGeom prst="roundRect">
            <a:avLst>
              <a:gd name="adj" fmla="val 8543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56063" y="1832491"/>
            <a:ext cx="121920" cy="1712476"/>
          </a:xfrm>
          <a:prstGeom prst="roundRect">
            <a:avLst>
              <a:gd name="adj" fmla="val 74477"/>
            </a:avLst>
          </a:prstGeom>
          <a:solidFill>
            <a:srgbClr val="EEAEF6"/>
          </a:solidFill>
          <a:ln/>
        </p:spPr>
      </p:sp>
      <p:sp>
        <p:nvSpPr>
          <p:cNvPr id="10" name="Text 7"/>
          <p:cNvSpPr/>
          <p:nvPr/>
        </p:nvSpPr>
        <p:spPr>
          <a:xfrm>
            <a:off x="7924562" y="2079069"/>
            <a:ext cx="314515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Privacy &amp; Security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924562" y="2622828"/>
            <a:ext cx="57102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Protecting sensitive patient health information in an increasingly connected digital ecosystem.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6543" y="3750945"/>
            <a:ext cx="6294834" cy="1712476"/>
          </a:xfrm>
          <a:prstGeom prst="roundRect">
            <a:avLst>
              <a:gd name="adj" fmla="val 8543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56063" y="3750945"/>
            <a:ext cx="121920" cy="1712476"/>
          </a:xfrm>
          <a:prstGeom prst="roundRect">
            <a:avLst>
              <a:gd name="adj" fmla="val 74477"/>
            </a:avLst>
          </a:prstGeom>
          <a:solidFill>
            <a:srgbClr val="EEAEF6"/>
          </a:solidFill>
          <a:ln/>
        </p:spPr>
      </p:sp>
      <p:sp>
        <p:nvSpPr>
          <p:cNvPr id="14" name="Text 11"/>
          <p:cNvSpPr/>
          <p:nvPr/>
        </p:nvSpPr>
        <p:spPr>
          <a:xfrm>
            <a:off x="7924562" y="399752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Equitable Access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924562" y="4541282"/>
            <a:ext cx="57102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Ensuring advanced medical technologies reach all populations, not just the privileged few.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86543" y="5669399"/>
            <a:ext cx="6294834" cy="1712476"/>
          </a:xfrm>
          <a:prstGeom prst="roundRect">
            <a:avLst>
              <a:gd name="adj" fmla="val 8543"/>
            </a:avLst>
          </a:prstGeom>
          <a:solidFill>
            <a:srgbClr val="090E3F"/>
          </a:solidFill>
          <a:ln w="30480">
            <a:solidFill>
              <a:srgbClr val="41467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56063" y="5669399"/>
            <a:ext cx="121920" cy="1712476"/>
          </a:xfrm>
          <a:prstGeom prst="roundRect">
            <a:avLst>
              <a:gd name="adj" fmla="val 74477"/>
            </a:avLst>
          </a:prstGeom>
          <a:solidFill>
            <a:srgbClr val="EEAEF6"/>
          </a:solidFill>
          <a:ln/>
        </p:spPr>
      </p:sp>
      <p:sp>
        <p:nvSpPr>
          <p:cNvPr id="18" name="Text 15"/>
          <p:cNvSpPr/>
          <p:nvPr/>
        </p:nvSpPr>
        <p:spPr>
          <a:xfrm>
            <a:off x="7924562" y="5915978"/>
            <a:ext cx="368034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Evolving Professional Roles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924562" y="6459736"/>
            <a:ext cx="57102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Redefining the human role of clinicians and nurses in an AI-assisted care landscape.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31507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Conclusion: A Healthier Tomorrow, Today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43042" y="2291953"/>
            <a:ext cx="7630716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convergence of precision medicine, telehealth, and AI is not a distant promise — it is an unfolding reality. By embracing innovation responsibly and collaboratively, the healthcare community stands poised to deliver better outcomes for every patient, everywhere.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3042" y="3874889"/>
            <a:ext cx="7630716" cy="3153489"/>
          </a:xfrm>
          <a:prstGeom prst="roundRect">
            <a:avLst>
              <a:gd name="adj" fmla="val 2879"/>
            </a:avLst>
          </a:prstGeom>
          <a:solidFill>
            <a:srgbClr val="282D5E"/>
          </a:solidFill>
          <a:ln/>
        </p:spPr>
      </p:sp>
      <p:sp>
        <p:nvSpPr>
          <p:cNvPr id="6" name="Shape 3"/>
          <p:cNvSpPr/>
          <p:nvPr/>
        </p:nvSpPr>
        <p:spPr>
          <a:xfrm>
            <a:off x="6243042" y="3874889"/>
            <a:ext cx="3815358" cy="1914525"/>
          </a:xfrm>
          <a:prstGeom prst="roundRect">
            <a:avLst>
              <a:gd name="adj" fmla="val 4743"/>
            </a:avLst>
          </a:prstGeom>
          <a:solidFill>
            <a:srgbClr val="282D5E"/>
          </a:solidFill>
          <a:ln/>
        </p:spPr>
      </p:sp>
      <p:sp>
        <p:nvSpPr>
          <p:cNvPr id="7" name="Text 4"/>
          <p:cNvSpPr/>
          <p:nvPr/>
        </p:nvSpPr>
        <p:spPr>
          <a:xfrm>
            <a:off x="6459141" y="4090988"/>
            <a:ext cx="2702362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🔬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Innovate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59141" y="4559975"/>
            <a:ext cx="338316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Embrace emerging technologies with scientific rigor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0" y="3874889"/>
            <a:ext cx="3815358" cy="1914525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3874889"/>
            <a:ext cx="30480" cy="1914525"/>
          </a:xfrm>
          <a:prstGeom prst="roundRect">
            <a:avLst>
              <a:gd name="adj" fmla="val 297907"/>
            </a:avLst>
          </a:prstGeom>
          <a:solidFill>
            <a:srgbClr val="414677"/>
          </a:solidFill>
          <a:ln/>
        </p:spPr>
      </p:sp>
      <p:sp>
        <p:nvSpPr>
          <p:cNvPr id="11" name="Text 8"/>
          <p:cNvSpPr/>
          <p:nvPr/>
        </p:nvSpPr>
        <p:spPr>
          <a:xfrm>
            <a:off x="10274498" y="4090988"/>
            <a:ext cx="2702362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🤝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Collaborate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274498" y="4559975"/>
            <a:ext cx="3383161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Unite clinicians, researchers, and technologists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042" y="5789414"/>
            <a:ext cx="7630716" cy="1238964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14" name="Shape 11"/>
          <p:cNvSpPr/>
          <p:nvPr/>
        </p:nvSpPr>
        <p:spPr>
          <a:xfrm>
            <a:off x="6243042" y="5789414"/>
            <a:ext cx="7630716" cy="30480"/>
          </a:xfrm>
          <a:prstGeom prst="roundRect">
            <a:avLst>
              <a:gd name="adj" fmla="val 297907"/>
            </a:avLst>
          </a:prstGeom>
          <a:solidFill>
            <a:srgbClr val="414677"/>
          </a:solidFill>
          <a:ln/>
        </p:spPr>
      </p:sp>
      <p:sp>
        <p:nvSpPr>
          <p:cNvPr id="15" name="Text 12"/>
          <p:cNvSpPr/>
          <p:nvPr/>
        </p:nvSpPr>
        <p:spPr>
          <a:xfrm>
            <a:off x="6459141" y="6005513"/>
            <a:ext cx="2702362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💙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Care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59141" y="6474500"/>
            <a:ext cx="71985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center the patient in every decision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43042" y="7260193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attention — Questions welcome.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2026-04-30T17:31:35Z</dcterms:created>
  <dcterms:modified xsi:type="dcterms:W3CDTF">2026-04-30T17:31:35Z</dcterms:modified>
</cp:coreProperties>
</file>